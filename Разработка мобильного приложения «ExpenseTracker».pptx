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254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7459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84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73D14-EC23-4C37-AE7B-52C5E968F335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133A3A-9EAC-429D-A26E-A3B2D617D2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67761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73D14-EC23-4C37-AE7B-52C5E968F335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133A3A-9EAC-429D-A26E-A3B2D617D2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18513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73D14-EC23-4C37-AE7B-52C5E968F335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133A3A-9EAC-429D-A26E-A3B2D617D2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8782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73D14-EC23-4C37-AE7B-52C5E968F335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133A3A-9EAC-429D-A26E-A3B2D617D2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76769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73D14-EC23-4C37-AE7B-52C5E968F335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133A3A-9EAC-429D-A26E-A3B2D617D2BA}" type="slidenum">
              <a:rPr lang="ru-RU" smtClean="0"/>
              <a:t>‹#›</a:t>
            </a:fld>
            <a:endParaRPr lang="ru-RU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91264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73D14-EC23-4C37-AE7B-52C5E968F335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133A3A-9EAC-429D-A26E-A3B2D617D2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13089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73D14-EC23-4C37-AE7B-52C5E968F335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133A3A-9EAC-429D-A26E-A3B2D617D2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07629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73D14-EC23-4C37-AE7B-52C5E968F335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133A3A-9EAC-429D-A26E-A3B2D617D2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78749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tx1">
              <a:lumMod val="8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5773D14-EC23-4C37-AE7B-52C5E968F335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133A3A-9EAC-429D-A26E-A3B2D617D2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8690719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73D14-EC23-4C37-AE7B-52C5E968F335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133A3A-9EAC-429D-A26E-A3B2D617D2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91525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73D14-EC23-4C37-AE7B-52C5E968F335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133A3A-9EAC-429D-A26E-A3B2D617D2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66452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10907C-9B15-CA0B-8032-3DDB9557C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A2A51D5-C2D8-480A-1671-FC0018FBC7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90566D7-F859-2E4A-D72E-BAF8D66E7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73D14-EC23-4C37-AE7B-52C5E968F335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3AB391A-AB64-7521-C04D-340CF33886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4A5D6E0-1FFD-2B9B-98A0-0407B5776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133A3A-9EAC-429D-A26E-A3B2D617D2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94227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Заголовок и текст в две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1022AA-BF62-7A96-27B8-ECA485363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ED9A441-601D-9E4C-67D3-A1509618C335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D50504A-5F6C-7579-BECE-4F258A61AD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F810134-1927-7954-F57A-54EC7120C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73D14-EC23-4C37-AE7B-52C5E968F335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2850B5E-158D-ED02-BE0A-582669F24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1D06B8B-5548-4373-8FD3-8AA48E477C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133A3A-9EAC-429D-A26E-A3B2D617D2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58624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chemeClr val="bg2">
              <a:lumMod val="60000"/>
              <a:lumOff val="40000"/>
              <a:alpha val="15000"/>
            </a:schemeClr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05773D14-EC23-4C37-AE7B-52C5E968F335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4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64133A3A-9EAC-429D-A26E-A3B2D617D2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168603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255" r:id="rId1"/>
    <p:sldLayoutId id="2147484256" r:id="rId2"/>
    <p:sldLayoutId id="2147484257" r:id="rId3"/>
    <p:sldLayoutId id="2147484258" r:id="rId4"/>
    <p:sldLayoutId id="2147484259" r:id="rId5"/>
    <p:sldLayoutId id="2147484260" r:id="rId6"/>
    <p:sldLayoutId id="2147484261" r:id="rId7"/>
    <p:sldLayoutId id="2147484262" r:id="rId8"/>
    <p:sldLayoutId id="2147484263" r:id="rId9"/>
    <p:sldLayoutId id="2147484264" r:id="rId10"/>
    <p:sldLayoutId id="2147484265" r:id="rId11"/>
    <p:sldLayoutId id="2147484266" r:id="rId12"/>
    <p:sldLayoutId id="2147484267" r:id="rId13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459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4BAAE0-424C-E868-F144-6386CA34A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0200" y="1429615"/>
            <a:ext cx="8991600" cy="1645920"/>
          </a:xfrm>
        </p:spPr>
        <p:txBody>
          <a:bodyPr>
            <a:normAutofit fontScale="90000"/>
          </a:bodyPr>
          <a:lstStyle/>
          <a:p>
            <a:r>
              <a:rPr lang="ru-RU" dirty="0"/>
              <a:t>Разработка мобильного приложения «</a:t>
            </a:r>
            <a:r>
              <a:rPr lang="en-US" dirty="0"/>
              <a:t>ExpenseTracker»</a:t>
            </a: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007A7C5-4B9A-52CD-1F92-21A178EC10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4" y="3429000"/>
            <a:ext cx="6801612" cy="1023359"/>
          </a:xfrm>
        </p:spPr>
        <p:txBody>
          <a:bodyPr>
            <a:normAutofit/>
          </a:bodyPr>
          <a:lstStyle/>
          <a:p>
            <a:r>
              <a:rPr lang="ru-RU" dirty="0">
                <a:latin typeface="Aptos" panose="020B0004020202020204" pitchFamily="34" charset="0"/>
              </a:rPr>
              <a:t>По МДК 01.03 Разработка мобильных приложений</a:t>
            </a:r>
          </a:p>
          <a:p>
            <a:r>
              <a:rPr lang="ru-RU" dirty="0">
                <a:latin typeface="Aptos" panose="020B0004020202020204" pitchFamily="34" charset="0"/>
              </a:rPr>
              <a:t>Выполнил: Турсунов А.А. 331с</a:t>
            </a:r>
          </a:p>
        </p:txBody>
      </p:sp>
    </p:spTree>
    <p:extLst>
      <p:ext uri="{BB962C8B-B14F-4D97-AF65-F5344CB8AC3E}">
        <p14:creationId xmlns:p14="http://schemas.microsoft.com/office/powerpoint/2010/main" val="37583978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2F6F9AED-BB3B-5DE9-7D68-058FE7F39561}"/>
              </a:ext>
            </a:extLst>
          </p:cNvPr>
          <p:cNvSpPr/>
          <p:nvPr/>
        </p:nvSpPr>
        <p:spPr>
          <a:xfrm>
            <a:off x="1827546" y="4469452"/>
            <a:ext cx="8536907" cy="1375872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63281966-B08A-A29D-EE66-06E4D378EF2E}"/>
              </a:ext>
            </a:extLst>
          </p:cNvPr>
          <p:cNvSpPr/>
          <p:nvPr/>
        </p:nvSpPr>
        <p:spPr>
          <a:xfrm>
            <a:off x="1827546" y="1827364"/>
            <a:ext cx="8536907" cy="2486826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36B258-3583-627A-2B94-030AAE3D9B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417761"/>
            <a:ext cx="7729728" cy="1188720"/>
          </a:xfrm>
        </p:spPr>
        <p:txBody>
          <a:bodyPr>
            <a:normAutofit/>
          </a:bodyPr>
          <a:lstStyle/>
          <a:p>
            <a:r>
              <a:rPr lang="ru-RU" b="1" dirty="0"/>
              <a:t>Зачем нужен еще один трекер?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590EAE7-55D5-F347-13A5-561976C747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93235" y="1917005"/>
            <a:ext cx="9089193" cy="3928319"/>
          </a:xfrm>
        </p:spPr>
        <p:txBody>
          <a:bodyPr>
            <a:noAutofit/>
          </a:bodyPr>
          <a:lstStyle/>
          <a:p>
            <a:r>
              <a:rPr lang="ru-RU" sz="2800" dirty="0"/>
              <a:t>Банковские приложения не видят наличные</a:t>
            </a:r>
          </a:p>
          <a:p>
            <a:r>
              <a:rPr lang="ru-RU" sz="2800" dirty="0"/>
              <a:t>Аналоги перегружены функциями</a:t>
            </a:r>
          </a:p>
          <a:p>
            <a:r>
              <a:rPr lang="ru-RU" sz="2800" dirty="0"/>
              <a:t>Зависимость от интернета</a:t>
            </a:r>
          </a:p>
          <a:p>
            <a:r>
              <a:rPr lang="ru-RU" sz="2800" dirty="0"/>
              <a:t>Платные подписки за базовые функции</a:t>
            </a:r>
          </a:p>
          <a:p>
            <a:endParaRPr lang="ru-RU" sz="2800" dirty="0"/>
          </a:p>
          <a:p>
            <a:r>
              <a:rPr lang="ru-RU" sz="2800" b="1" dirty="0"/>
              <a:t>Вывод</a:t>
            </a:r>
            <a:r>
              <a:rPr lang="ru-RU" sz="2800" dirty="0"/>
              <a:t>: Нужен быстрый, локальный и бесплатный инструмент.</a:t>
            </a:r>
          </a:p>
        </p:txBody>
      </p:sp>
    </p:spTree>
    <p:extLst>
      <p:ext uri="{BB962C8B-B14F-4D97-AF65-F5344CB8AC3E}">
        <p14:creationId xmlns:p14="http://schemas.microsoft.com/office/powerpoint/2010/main" val="21068067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CF6CA700-7250-3502-C98C-BFB8726FA29A}"/>
              </a:ext>
            </a:extLst>
          </p:cNvPr>
          <p:cNvSpPr/>
          <p:nvPr/>
        </p:nvSpPr>
        <p:spPr>
          <a:xfrm>
            <a:off x="1632587" y="4802738"/>
            <a:ext cx="8536907" cy="1375872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428A9526-1AB9-0AB6-A1B2-9FC414AAF686}"/>
              </a:ext>
            </a:extLst>
          </p:cNvPr>
          <p:cNvSpPr/>
          <p:nvPr/>
        </p:nvSpPr>
        <p:spPr>
          <a:xfrm>
            <a:off x="1632588" y="1700614"/>
            <a:ext cx="8536907" cy="1375872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35E14DCF-95C7-E8DF-B4C4-B2B7CFB4070C}"/>
              </a:ext>
            </a:extLst>
          </p:cNvPr>
          <p:cNvSpPr/>
          <p:nvPr/>
        </p:nvSpPr>
        <p:spPr>
          <a:xfrm>
            <a:off x="1632587" y="3226038"/>
            <a:ext cx="8536907" cy="1375872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BC9BD1-BF63-5D18-ED8C-72C2E71D4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92124"/>
            <a:ext cx="7729728" cy="1188720"/>
          </a:xfrm>
        </p:spPr>
        <p:txBody>
          <a:bodyPr/>
          <a:lstStyle/>
          <a:p>
            <a:r>
              <a:rPr lang="ru-RU" b="1" dirty="0"/>
              <a:t>Паспорт проекта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056EA12-4D39-C0B2-B4A3-9709AFAA5B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32588" y="1751889"/>
            <a:ext cx="9835868" cy="4375446"/>
          </a:xfrm>
        </p:spPr>
        <p:txBody>
          <a:bodyPr>
            <a:noAutofit/>
          </a:bodyPr>
          <a:lstStyle/>
          <a:p>
            <a:r>
              <a:rPr lang="ru-RU" sz="2800" b="1" dirty="0"/>
              <a:t>Цель</a:t>
            </a:r>
            <a:r>
              <a:rPr lang="ru-RU" sz="2800" dirty="0"/>
              <a:t>: Разработка </a:t>
            </a:r>
            <a:r>
              <a:rPr lang="ru-RU" sz="2800" dirty="0" err="1"/>
              <a:t>Android</a:t>
            </a:r>
            <a:r>
              <a:rPr lang="ru-RU" sz="2800" dirty="0"/>
              <a:t>-приложения для учета, категоризации и анализа личных финансов.</a:t>
            </a:r>
          </a:p>
          <a:p>
            <a:endParaRPr lang="ru-RU" sz="2800" dirty="0"/>
          </a:p>
          <a:p>
            <a:r>
              <a:rPr lang="ru-RU" sz="2800" b="1" dirty="0"/>
              <a:t>Объект</a:t>
            </a:r>
            <a:r>
              <a:rPr lang="ru-RU" sz="2800" dirty="0"/>
              <a:t>: Процесс управления личными финансовыми средствами.</a:t>
            </a:r>
          </a:p>
          <a:p>
            <a:endParaRPr lang="ru-RU" sz="2800" dirty="0"/>
          </a:p>
          <a:p>
            <a:r>
              <a:rPr lang="ru-RU" sz="2800" b="1" dirty="0"/>
              <a:t>Предмет</a:t>
            </a:r>
            <a:r>
              <a:rPr lang="ru-RU" sz="2800" dirty="0"/>
              <a:t>: Программные алгоритмы и архитектурные решения под ОС </a:t>
            </a:r>
            <a:r>
              <a:rPr lang="ru-RU" sz="2800" dirty="0" err="1"/>
              <a:t>Android</a:t>
            </a:r>
            <a:r>
              <a:rPr lang="ru-RU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040260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4163F2FB-86B0-727A-DE12-35947B4A926A}"/>
              </a:ext>
            </a:extLst>
          </p:cNvPr>
          <p:cNvSpPr/>
          <p:nvPr/>
        </p:nvSpPr>
        <p:spPr>
          <a:xfrm>
            <a:off x="743484" y="1726249"/>
            <a:ext cx="4760008" cy="4119073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4A1EEF-6EC2-9B83-6AF4-18B4817E0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246846"/>
            <a:ext cx="7729728" cy="1188720"/>
          </a:xfrm>
        </p:spPr>
        <p:txBody>
          <a:bodyPr/>
          <a:lstStyle/>
          <a:p>
            <a:r>
              <a:rPr lang="ru-RU" b="1" dirty="0"/>
              <a:t>Особенности Приложения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C4C5E80-B760-3E8F-23AB-81A106977479}"/>
              </a:ext>
            </a:extLst>
          </p:cNvPr>
          <p:cNvSpPr>
            <a:spLocks noGrp="1"/>
          </p:cNvSpPr>
          <p:nvPr>
            <p:ph type="body" sz="half"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Автономность (100% без интернета)</a:t>
            </a:r>
          </a:p>
          <a:p>
            <a:r>
              <a:rPr lang="ru-RU" dirty="0"/>
              <a:t>Безопасность (данные на устройстве)</a:t>
            </a:r>
          </a:p>
          <a:p>
            <a:r>
              <a:rPr lang="ru-RU" dirty="0"/>
              <a:t>Скорость (добавление в 2 клика)</a:t>
            </a:r>
          </a:p>
          <a:p>
            <a:r>
              <a:rPr lang="ru-RU" dirty="0"/>
              <a:t>Контроль бюджета (умный прогресс-бар)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BA01396-04A3-D6C1-CE7F-EC8A708DC81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61" b="2585"/>
          <a:stretch/>
        </p:blipFill>
        <p:spPr bwMode="auto">
          <a:xfrm>
            <a:off x="7877614" y="1825625"/>
            <a:ext cx="3476186" cy="4915912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5638541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62037572-FF03-0C6D-CD9A-A39BDC4A5CE2}"/>
              </a:ext>
            </a:extLst>
          </p:cNvPr>
          <p:cNvSpPr/>
          <p:nvPr/>
        </p:nvSpPr>
        <p:spPr>
          <a:xfrm>
            <a:off x="6272613" y="1726249"/>
            <a:ext cx="5563311" cy="2307366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6357D7B7-1C27-6315-84A2-0CBC804F6723}"/>
              </a:ext>
            </a:extLst>
          </p:cNvPr>
          <p:cNvSpPr/>
          <p:nvPr/>
        </p:nvSpPr>
        <p:spPr>
          <a:xfrm>
            <a:off x="179461" y="1726250"/>
            <a:ext cx="5093293" cy="2238998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F3A3D32-0422-4A11-5EC4-3D8BD81FD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57940"/>
            <a:ext cx="7729728" cy="1188720"/>
          </a:xfrm>
        </p:spPr>
        <p:txBody>
          <a:bodyPr>
            <a:normAutofit/>
          </a:bodyPr>
          <a:lstStyle/>
          <a:p>
            <a:r>
              <a:rPr lang="ru-RU" b="1" dirty="0"/>
              <a:t>Технологический стек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587F9FD-4C3A-494D-1629-DE707B11F8EB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479274" y="1957322"/>
            <a:ext cx="5181600" cy="4351338"/>
          </a:xfrm>
        </p:spPr>
        <p:txBody>
          <a:bodyPr/>
          <a:lstStyle/>
          <a:p>
            <a:r>
              <a:rPr lang="ru-RU" dirty="0"/>
              <a:t>Язык: </a:t>
            </a:r>
            <a:r>
              <a:rPr lang="en-US" dirty="0"/>
              <a:t>Java 11</a:t>
            </a:r>
          </a:p>
          <a:p>
            <a:r>
              <a:rPr lang="ru-RU" dirty="0"/>
              <a:t>Среда: </a:t>
            </a:r>
            <a:r>
              <a:rPr lang="en-US" dirty="0"/>
              <a:t>Android Studio</a:t>
            </a:r>
          </a:p>
          <a:p>
            <a:r>
              <a:rPr lang="en-US" dirty="0"/>
              <a:t>UI: Material Design 3</a:t>
            </a:r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944DB82-1021-0D9D-439C-1022E9BA24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31126" y="1822450"/>
            <a:ext cx="5181600" cy="4351338"/>
          </a:xfrm>
        </p:spPr>
        <p:txBody>
          <a:bodyPr/>
          <a:lstStyle/>
          <a:p>
            <a:r>
              <a:rPr lang="ru-RU" dirty="0"/>
              <a:t>Архитектура: паттерн </a:t>
            </a:r>
            <a:r>
              <a:rPr lang="en-US" dirty="0"/>
              <a:t>MVVM</a:t>
            </a:r>
          </a:p>
          <a:p>
            <a:r>
              <a:rPr lang="ru-RU" dirty="0"/>
              <a:t>База данных: </a:t>
            </a:r>
            <a:r>
              <a:rPr lang="en-US" dirty="0"/>
              <a:t>Room (SQLite) + </a:t>
            </a:r>
            <a:r>
              <a:rPr lang="en-US" dirty="0" err="1"/>
              <a:t>LiveData</a:t>
            </a:r>
            <a:endParaRPr lang="en-US" dirty="0"/>
          </a:p>
          <a:p>
            <a:r>
              <a:rPr lang="ru-RU" dirty="0"/>
              <a:t>Графика: </a:t>
            </a:r>
            <a:r>
              <a:rPr lang="en-US" dirty="0" err="1"/>
              <a:t>MPAndroidChart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425733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E07C5947-A582-3AEB-FD2A-C8DD42C16A70}"/>
              </a:ext>
            </a:extLst>
          </p:cNvPr>
          <p:cNvSpPr/>
          <p:nvPr/>
        </p:nvSpPr>
        <p:spPr>
          <a:xfrm>
            <a:off x="131748" y="1743341"/>
            <a:ext cx="5950721" cy="2649196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B48CF7-3D63-6CD5-30EE-C5BB17F68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298120"/>
            <a:ext cx="7729728" cy="1188720"/>
          </a:xfrm>
        </p:spPr>
        <p:txBody>
          <a:bodyPr/>
          <a:lstStyle/>
          <a:p>
            <a:r>
              <a:rPr lang="ru-RU" b="1" dirty="0"/>
              <a:t>Визуализация и Аналитика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35D7574-5892-9508-D526-8C29EED18E08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316194" y="1743341"/>
            <a:ext cx="5703606" cy="4519079"/>
          </a:xfrm>
        </p:spPr>
        <p:txBody>
          <a:bodyPr/>
          <a:lstStyle/>
          <a:p>
            <a:r>
              <a:rPr lang="ru-RU" dirty="0"/>
              <a:t>Интерактивная круговая диаграмма</a:t>
            </a:r>
          </a:p>
          <a:p>
            <a:r>
              <a:rPr lang="ru-RU" dirty="0"/>
              <a:t>Фильтрация (неделя, месяц, год)</a:t>
            </a:r>
          </a:p>
          <a:p>
            <a:r>
              <a:rPr lang="ru-RU" dirty="0"/>
              <a:t>Автоматический расчет процентов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40627B6-CBFC-E939-1A02-A372F1403D4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22" b="2310"/>
          <a:stretch/>
        </p:blipFill>
        <p:spPr bwMode="auto">
          <a:xfrm>
            <a:off x="7862132" y="1743341"/>
            <a:ext cx="3534398" cy="496546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4072788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8A2F7B57-839C-E491-5FC7-843426D9A982}"/>
              </a:ext>
            </a:extLst>
          </p:cNvPr>
          <p:cNvSpPr/>
          <p:nvPr/>
        </p:nvSpPr>
        <p:spPr>
          <a:xfrm>
            <a:off x="213644" y="1746086"/>
            <a:ext cx="5181599" cy="3116471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F82E80-004A-EED9-B0C3-9935FB255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289574"/>
            <a:ext cx="7729728" cy="1188720"/>
          </a:xfrm>
        </p:spPr>
        <p:txBody>
          <a:bodyPr/>
          <a:lstStyle/>
          <a:p>
            <a:r>
              <a:rPr lang="ru-RU" b="1" dirty="0"/>
              <a:t>Геймификация и План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C1F137A-3696-C7B3-6679-6AD2B70B2252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316906" y="1746086"/>
            <a:ext cx="5181600" cy="4351338"/>
          </a:xfrm>
        </p:spPr>
        <p:txBody>
          <a:bodyPr>
            <a:normAutofit/>
          </a:bodyPr>
          <a:lstStyle/>
          <a:p>
            <a:r>
              <a:rPr lang="ru-RU" dirty="0"/>
              <a:t>Учет подписок и финансовых целей</a:t>
            </a:r>
          </a:p>
          <a:p>
            <a:r>
              <a:rPr lang="ru-RU" dirty="0"/>
              <a:t>Система достижений (</a:t>
            </a:r>
            <a:r>
              <a:rPr lang="ru-RU" dirty="0" err="1"/>
              <a:t>ачивки</a:t>
            </a:r>
            <a:r>
              <a:rPr lang="ru-RU" dirty="0"/>
              <a:t>)</a:t>
            </a:r>
          </a:p>
          <a:p>
            <a:r>
              <a:rPr lang="ru-RU" dirty="0"/>
              <a:t>Приложение анализирует траты и выдает награды (Бронза, Серебро, Золото)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7B8C533-C232-A2FA-07FF-9FAC177D922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22" b="72291"/>
          <a:stretch/>
        </p:blipFill>
        <p:spPr bwMode="auto">
          <a:xfrm>
            <a:off x="5768411" y="2314689"/>
            <a:ext cx="6106683" cy="1823612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805676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93EBAE50-826B-40DA-60C1-E1DE72CB7BBB}"/>
              </a:ext>
            </a:extLst>
          </p:cNvPr>
          <p:cNvSpPr/>
          <p:nvPr/>
        </p:nvSpPr>
        <p:spPr>
          <a:xfrm>
            <a:off x="1375872" y="2050990"/>
            <a:ext cx="9033988" cy="3341405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B27A96-188D-9756-C8DD-0D101BF63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523613"/>
            <a:ext cx="7729728" cy="1188720"/>
          </a:xfrm>
        </p:spPr>
        <p:txBody>
          <a:bodyPr/>
          <a:lstStyle/>
          <a:p>
            <a:r>
              <a:rPr lang="ru-RU" b="1" dirty="0"/>
              <a:t>Итоги работы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C5A0DF3-63F0-1A9F-F8C2-B97D9A7005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82140" y="2050991"/>
            <a:ext cx="8627720" cy="3663399"/>
          </a:xfrm>
        </p:spPr>
        <p:txBody>
          <a:bodyPr>
            <a:noAutofit/>
          </a:bodyPr>
          <a:lstStyle/>
          <a:p>
            <a:r>
              <a:rPr lang="ru-RU" sz="2800" dirty="0"/>
              <a:t>Цель достигнута: создан MVP</a:t>
            </a:r>
          </a:p>
          <a:p>
            <a:r>
              <a:rPr lang="ru-RU" sz="2800" dirty="0"/>
              <a:t>Реализована архитектура MVVM (стабильные 60 FPS)</a:t>
            </a:r>
          </a:p>
          <a:p>
            <a:r>
              <a:rPr lang="ru-RU" sz="2800" dirty="0"/>
              <a:t>Приложение протестировано и работает без интернета</a:t>
            </a:r>
          </a:p>
          <a:p>
            <a:r>
              <a:rPr lang="ru-RU" sz="2800" dirty="0"/>
              <a:t>Продукт готов к повседневному использованию</a:t>
            </a:r>
          </a:p>
        </p:txBody>
      </p:sp>
    </p:spTree>
    <p:extLst>
      <p:ext uri="{BB962C8B-B14F-4D97-AF65-F5344CB8AC3E}">
        <p14:creationId xmlns:p14="http://schemas.microsoft.com/office/powerpoint/2010/main" val="34387159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459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BF35A0-92CA-0686-AEF9-6D5F4DF90C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0200" y="710344"/>
            <a:ext cx="8991600" cy="1645920"/>
          </a:xfrm>
        </p:spPr>
        <p:txBody>
          <a:bodyPr/>
          <a:lstStyle/>
          <a:p>
            <a:r>
              <a:rPr lang="ru-RU"/>
              <a:t>Спасибо за внимание!</a:t>
            </a:r>
          </a:p>
        </p:txBody>
      </p:sp>
      <p:pic>
        <p:nvPicPr>
          <p:cNvPr id="4" name="Рисунок 3" descr="Изображение выглядит как шаблон, Симметрия, прямоугольный, пиксель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47B8C99F-A018-E405-AC39-FF1B7A4662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2831" y="3570506"/>
            <a:ext cx="3053937" cy="305393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477F2BC-D051-685F-DB71-7113815E9A26}"/>
              </a:ext>
            </a:extLst>
          </p:cNvPr>
          <p:cNvSpPr txBox="1"/>
          <p:nvPr/>
        </p:nvSpPr>
        <p:spPr>
          <a:xfrm>
            <a:off x="4757736" y="2640219"/>
            <a:ext cx="25241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QR-</a:t>
            </a:r>
            <a:r>
              <a:rPr lang="ru-RU" dirty="0"/>
              <a:t>код репозитория на </a:t>
            </a:r>
            <a:r>
              <a:rPr lang="ru-RU" dirty="0" err="1"/>
              <a:t>ГитХабе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02726899"/>
      </p:ext>
    </p:extLst>
  </p:cSld>
  <p:clrMapOvr>
    <a:masterClrMapping/>
  </p:clrMapOvr>
</p:sld>
</file>

<file path=ppt/theme/theme1.xml><?xml version="1.0" encoding="utf-8"?>
<a:theme xmlns:a="http://schemas.openxmlformats.org/drawingml/2006/main" name="Посылка">
  <a:themeElements>
    <a:clrScheme name="Фиолетовый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Посылка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Посылка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0BDC4BB7-8AF9-46FD-8C32-AB93AC9C410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TM10001115[[fn=Посылка]]</Template>
  <TotalTime>22</TotalTime>
  <Words>223</Words>
  <Application>Microsoft Office PowerPoint</Application>
  <PresentationFormat>Широкоэкранный</PresentationFormat>
  <Paragraphs>43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4" baseType="lpstr">
      <vt:lpstr>Aptos</vt:lpstr>
      <vt:lpstr>Arial</vt:lpstr>
      <vt:lpstr>Corbel</vt:lpstr>
      <vt:lpstr>Gill Sans MT</vt:lpstr>
      <vt:lpstr>Посылка</vt:lpstr>
      <vt:lpstr>Разработка мобильного приложения «ExpenseTracker»</vt:lpstr>
      <vt:lpstr>Зачем нужен еще один трекер?</vt:lpstr>
      <vt:lpstr>Паспорт проекта</vt:lpstr>
      <vt:lpstr>Особенности Приложения</vt:lpstr>
      <vt:lpstr>Технологический стек</vt:lpstr>
      <vt:lpstr>Визуализация и Аналитика</vt:lpstr>
      <vt:lpstr>Геймификация и План</vt:lpstr>
      <vt:lpstr>Итоги работы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Penis</dc:creator>
  <cp:lastModifiedBy>Penis</cp:lastModifiedBy>
  <cp:revision>4</cp:revision>
  <dcterms:created xsi:type="dcterms:W3CDTF">2026-04-01T19:31:08Z</dcterms:created>
  <dcterms:modified xsi:type="dcterms:W3CDTF">2026-04-01T20:21:45Z</dcterms:modified>
</cp:coreProperties>
</file>