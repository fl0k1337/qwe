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77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851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78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6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12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308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76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874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907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15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645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0907C-9B15-CA0B-8032-3DDB9557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2A51D5-C2D8-480A-1671-FC0018FBC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0566D7-F859-2E4A-D72E-BAF8D66E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AB391A-AB64-7521-C04D-340CF338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A5D6E0-1FFD-2B9B-98A0-0407B577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422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Заголовок и текст в две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022AA-BF62-7A96-27B8-ECA48536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D9A441-601D-9E4C-67D3-A1509618C33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50504A-5F6C-7579-BECE-4F258A61A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810134-1927-7954-F57A-54EC7120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850B5E-158D-ED02-BE0A-582669F2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D06B8B-5548-4373-8FD3-8AA48E47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62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5773D14-EC23-4C37-AE7B-52C5E968F335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4133A3A-9EAC-429D-A26E-A3B2D617D2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686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60" r:id="rId6"/>
    <p:sldLayoutId id="2147484261" r:id="rId7"/>
    <p:sldLayoutId id="2147484262" r:id="rId8"/>
    <p:sldLayoutId id="2147484263" r:id="rId9"/>
    <p:sldLayoutId id="2147484264" r:id="rId10"/>
    <p:sldLayoutId id="2147484265" r:id="rId11"/>
    <p:sldLayoutId id="2147484266" r:id="rId12"/>
    <p:sldLayoutId id="2147484267" r:id="rId1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BAAE0-424C-E868-F144-6386CA34A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429615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мобильного приложения «</a:t>
            </a:r>
            <a:r>
              <a:rPr lang="en-US" dirty="0"/>
              <a:t>ExpenseTracker»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07A7C5-4B9A-52CD-1F92-21A178EC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3429000"/>
            <a:ext cx="6801612" cy="1023359"/>
          </a:xfrm>
        </p:spPr>
        <p:txBody>
          <a:bodyPr>
            <a:normAutofit/>
          </a:bodyPr>
          <a:lstStyle/>
          <a:p>
            <a:r>
              <a:rPr lang="ru-RU" dirty="0"/>
              <a:t>По МДК 01.03 Разработка мобильных приложений</a:t>
            </a:r>
          </a:p>
          <a:p>
            <a:r>
              <a:rPr lang="ru-RU" dirty="0"/>
              <a:t>Выполнил: Турсунов А.А. 331с</a:t>
            </a:r>
          </a:p>
        </p:txBody>
      </p:sp>
    </p:spTree>
    <p:extLst>
      <p:ext uri="{BB962C8B-B14F-4D97-AF65-F5344CB8AC3E}">
        <p14:creationId xmlns:p14="http://schemas.microsoft.com/office/powerpoint/2010/main" val="3758397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6B258-3583-627A-2B94-030AAE3D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17761"/>
            <a:ext cx="7729728" cy="1188720"/>
          </a:xfrm>
        </p:spPr>
        <p:txBody>
          <a:bodyPr>
            <a:normAutofit/>
          </a:bodyPr>
          <a:lstStyle/>
          <a:p>
            <a:r>
              <a:rPr lang="ru-RU"/>
              <a:t>Зачем нужен еще один трекер?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90EAE7-55D5-F347-13A5-561976C74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1403" y="1828800"/>
            <a:ext cx="9089193" cy="3928319"/>
          </a:xfrm>
        </p:spPr>
        <p:txBody>
          <a:bodyPr>
            <a:noAutofit/>
          </a:bodyPr>
          <a:lstStyle/>
          <a:p>
            <a:r>
              <a:rPr lang="ru-RU" sz="2800" dirty="0"/>
              <a:t>Банковские приложения не видят наличные</a:t>
            </a:r>
          </a:p>
          <a:p>
            <a:r>
              <a:rPr lang="ru-RU" sz="2800" dirty="0"/>
              <a:t>Аналоги перегружены функциями</a:t>
            </a:r>
          </a:p>
          <a:p>
            <a:r>
              <a:rPr lang="ru-RU" sz="2800" dirty="0"/>
              <a:t>Зависимость от интернета</a:t>
            </a:r>
          </a:p>
          <a:p>
            <a:r>
              <a:rPr lang="ru-RU" sz="2800" dirty="0"/>
              <a:t>Платные подписки за базовые функции</a:t>
            </a:r>
          </a:p>
          <a:p>
            <a:endParaRPr lang="ru-RU" sz="2800" dirty="0"/>
          </a:p>
          <a:p>
            <a:r>
              <a:rPr lang="ru-RU" sz="2800" b="1" dirty="0"/>
              <a:t>Вывод</a:t>
            </a:r>
            <a:r>
              <a:rPr lang="ru-RU" sz="2800" dirty="0"/>
              <a:t>: Нужен быстрый, локальный и бесплатный инструмент.</a:t>
            </a:r>
          </a:p>
        </p:txBody>
      </p:sp>
    </p:spTree>
    <p:extLst>
      <p:ext uri="{BB962C8B-B14F-4D97-AF65-F5344CB8AC3E}">
        <p14:creationId xmlns:p14="http://schemas.microsoft.com/office/powerpoint/2010/main" val="2106806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C9BD1-BF63-5D18-ED8C-72C2E71D4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92124"/>
            <a:ext cx="7729728" cy="1188720"/>
          </a:xfrm>
        </p:spPr>
        <p:txBody>
          <a:bodyPr/>
          <a:lstStyle/>
          <a:p>
            <a:r>
              <a:rPr lang="ru-RU"/>
              <a:t>Паспорт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56EA12-4D39-C0B2-B4A3-9709AFAA5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588" y="1751889"/>
            <a:ext cx="9835868" cy="4375446"/>
          </a:xfrm>
        </p:spPr>
        <p:txBody>
          <a:bodyPr>
            <a:noAutofit/>
          </a:bodyPr>
          <a:lstStyle/>
          <a:p>
            <a:r>
              <a:rPr lang="ru-RU" sz="2800" dirty="0"/>
              <a:t>Цель: Разработка </a:t>
            </a:r>
            <a:r>
              <a:rPr lang="ru-RU" sz="2800" dirty="0" err="1"/>
              <a:t>Android</a:t>
            </a:r>
            <a:r>
              <a:rPr lang="ru-RU" sz="2800" dirty="0"/>
              <a:t>-приложения для учета, категоризации и анализа личных финансов.</a:t>
            </a:r>
          </a:p>
          <a:p>
            <a:endParaRPr lang="ru-RU" sz="2800" dirty="0"/>
          </a:p>
          <a:p>
            <a:r>
              <a:rPr lang="ru-RU" sz="2800" dirty="0"/>
              <a:t>Объект: Процесс управления личными финансовыми средствами.</a:t>
            </a:r>
          </a:p>
          <a:p>
            <a:endParaRPr lang="ru-RU" sz="2800" dirty="0"/>
          </a:p>
          <a:p>
            <a:r>
              <a:rPr lang="ru-RU" sz="2800" dirty="0"/>
              <a:t>Предмет: Программные алгоритмы и архитектурные решения под ОС </a:t>
            </a:r>
            <a:r>
              <a:rPr lang="ru-RU" sz="2800" dirty="0" err="1"/>
              <a:t>Android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402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1EEF-6EC2-9B83-6AF4-18B4817E0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6846"/>
            <a:ext cx="7729728" cy="1188720"/>
          </a:xfrm>
        </p:spPr>
        <p:txBody>
          <a:bodyPr/>
          <a:lstStyle/>
          <a:p>
            <a:r>
              <a:rPr lang="ru-RU" dirty="0"/>
              <a:t>Особенности 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4C5E80-B760-3E8F-23AB-81A106977479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Автономность (100% без интернета)</a:t>
            </a:r>
          </a:p>
          <a:p>
            <a:r>
              <a:rPr lang="ru-RU" dirty="0"/>
              <a:t>Безопасность (данные на устройстве)</a:t>
            </a:r>
          </a:p>
          <a:p>
            <a:r>
              <a:rPr lang="ru-RU" dirty="0"/>
              <a:t>Скорость (добавление в 2 клика)</a:t>
            </a:r>
          </a:p>
          <a:p>
            <a:r>
              <a:rPr lang="ru-RU" dirty="0"/>
              <a:t>Контроль бюджета (умный прогресс-бар)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A01396-04A3-D6C1-CE7F-EC8A708DC8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1" b="2585"/>
          <a:stretch/>
        </p:blipFill>
        <p:spPr bwMode="auto">
          <a:xfrm>
            <a:off x="7877614" y="1825625"/>
            <a:ext cx="3476186" cy="49159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6385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A3D32-0422-4A11-5EC4-3D8BD81FD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57940"/>
            <a:ext cx="7729728" cy="1188720"/>
          </a:xfrm>
        </p:spPr>
        <p:txBody>
          <a:bodyPr>
            <a:normAutofit/>
          </a:bodyPr>
          <a:lstStyle/>
          <a:p>
            <a:r>
              <a:rPr lang="ru-RU" dirty="0"/>
              <a:t>Технологический стек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87F9FD-4C3A-494D-1629-DE707B11F8E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79276" y="1825625"/>
            <a:ext cx="5181600" cy="4351338"/>
          </a:xfrm>
        </p:spPr>
        <p:txBody>
          <a:bodyPr/>
          <a:lstStyle/>
          <a:p>
            <a:r>
              <a:rPr lang="ru-RU" dirty="0"/>
              <a:t>Язык: </a:t>
            </a:r>
            <a:r>
              <a:rPr lang="en-US" dirty="0"/>
              <a:t>Java 11</a:t>
            </a:r>
          </a:p>
          <a:p>
            <a:r>
              <a:rPr lang="ru-RU" dirty="0"/>
              <a:t>Среда: </a:t>
            </a:r>
            <a:r>
              <a:rPr lang="en-US" dirty="0"/>
              <a:t>Android Studio</a:t>
            </a:r>
          </a:p>
          <a:p>
            <a:r>
              <a:rPr lang="en-US" dirty="0"/>
              <a:t>UI: Material Design 3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44DB82-1021-0D9D-439C-1022E9BA2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31126" y="1822450"/>
            <a:ext cx="5181600" cy="4351338"/>
          </a:xfrm>
        </p:spPr>
        <p:txBody>
          <a:bodyPr/>
          <a:lstStyle/>
          <a:p>
            <a:r>
              <a:rPr lang="ru-RU" dirty="0"/>
              <a:t>Архитектура: паттерн </a:t>
            </a:r>
            <a:r>
              <a:rPr lang="en-US" dirty="0"/>
              <a:t>MVVM</a:t>
            </a:r>
          </a:p>
          <a:p>
            <a:r>
              <a:rPr lang="ru-RU" dirty="0"/>
              <a:t>База данных: </a:t>
            </a:r>
            <a:r>
              <a:rPr lang="en-US" dirty="0"/>
              <a:t>Room (SQLite) + </a:t>
            </a:r>
            <a:r>
              <a:rPr lang="en-US" dirty="0" err="1"/>
              <a:t>LiveData</a:t>
            </a:r>
            <a:endParaRPr lang="en-US" dirty="0"/>
          </a:p>
          <a:p>
            <a:r>
              <a:rPr lang="ru-RU" dirty="0"/>
              <a:t>Графика: </a:t>
            </a:r>
            <a:r>
              <a:rPr lang="en-US" dirty="0" err="1"/>
              <a:t>MPAndroidChart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2573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48CF7-3D63-6CD5-30EE-C5BB17F68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8120"/>
            <a:ext cx="7729728" cy="1188720"/>
          </a:xfrm>
        </p:spPr>
        <p:txBody>
          <a:bodyPr/>
          <a:lstStyle/>
          <a:p>
            <a:r>
              <a:rPr lang="ru-RU"/>
              <a:t>Визуализация и Аналитика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5D7574-5892-9508-D526-8C29EED18E0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16194" y="1743341"/>
            <a:ext cx="5703606" cy="4519079"/>
          </a:xfrm>
        </p:spPr>
        <p:txBody>
          <a:bodyPr/>
          <a:lstStyle/>
          <a:p>
            <a:r>
              <a:rPr lang="ru-RU" dirty="0"/>
              <a:t>Интерактивная круговая диаграмма</a:t>
            </a:r>
          </a:p>
          <a:p>
            <a:r>
              <a:rPr lang="ru-RU" dirty="0"/>
              <a:t>Фильтрация (неделя, месяц, год)</a:t>
            </a:r>
          </a:p>
          <a:p>
            <a:r>
              <a:rPr lang="ru-RU" dirty="0"/>
              <a:t>Автоматический расчет процентов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0627B6-CBFC-E939-1A02-A372F1403D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2" b="2310"/>
          <a:stretch/>
        </p:blipFill>
        <p:spPr bwMode="auto">
          <a:xfrm>
            <a:off x="7862132" y="1743341"/>
            <a:ext cx="3534398" cy="49654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0727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82E80-004A-EED9-B0C3-9935FB25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9574"/>
            <a:ext cx="7729728" cy="1188720"/>
          </a:xfrm>
        </p:spPr>
        <p:txBody>
          <a:bodyPr/>
          <a:lstStyle/>
          <a:p>
            <a:r>
              <a:rPr lang="ru-RU" dirty="0"/>
              <a:t>Геймификация и План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1F137A-3696-C7B3-6679-6AD2B70B225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16906" y="1746086"/>
            <a:ext cx="5181600" cy="4351338"/>
          </a:xfrm>
        </p:spPr>
        <p:txBody>
          <a:bodyPr>
            <a:normAutofit/>
          </a:bodyPr>
          <a:lstStyle/>
          <a:p>
            <a:r>
              <a:rPr lang="ru-RU" dirty="0"/>
              <a:t>Учет подписок и финансовых целей</a:t>
            </a:r>
          </a:p>
          <a:p>
            <a:r>
              <a:rPr lang="ru-RU" dirty="0"/>
              <a:t>Система достижений (</a:t>
            </a:r>
            <a:r>
              <a:rPr lang="ru-RU" dirty="0" err="1"/>
              <a:t>ачивки</a:t>
            </a:r>
            <a:r>
              <a:rPr lang="ru-RU" dirty="0"/>
              <a:t>)</a:t>
            </a:r>
          </a:p>
          <a:p>
            <a:r>
              <a:rPr lang="ru-RU" dirty="0"/>
              <a:t>Приложение анализирует траты и выдает награды (Бронза, Серебро, Золото)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B8C533-C232-A2FA-07FF-9FAC177D92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2" b="72291"/>
          <a:stretch/>
        </p:blipFill>
        <p:spPr bwMode="auto">
          <a:xfrm>
            <a:off x="5768411" y="2314689"/>
            <a:ext cx="6106683" cy="18236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0567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27A96-188D-9756-C8DD-0D101BF6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3613"/>
            <a:ext cx="7729728" cy="1188720"/>
          </a:xfrm>
        </p:spPr>
        <p:txBody>
          <a:bodyPr/>
          <a:lstStyle/>
          <a:p>
            <a:r>
              <a:rPr lang="ru-RU" dirty="0"/>
              <a:t>Итоги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5A0DF3-63F0-1A9F-F8C2-B97D9A700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2140" y="2050991"/>
            <a:ext cx="8627720" cy="3663399"/>
          </a:xfrm>
        </p:spPr>
        <p:txBody>
          <a:bodyPr>
            <a:noAutofit/>
          </a:bodyPr>
          <a:lstStyle/>
          <a:p>
            <a:r>
              <a:rPr lang="ru-RU" sz="2800" dirty="0"/>
              <a:t>Цель достигнута: создан MVP</a:t>
            </a:r>
          </a:p>
          <a:p>
            <a:r>
              <a:rPr lang="ru-RU" sz="2800" dirty="0"/>
              <a:t>Реализована архитектура MVVM (стабильные 60 FPS)</a:t>
            </a:r>
          </a:p>
          <a:p>
            <a:r>
              <a:rPr lang="ru-RU" sz="2800" dirty="0"/>
              <a:t>Приложение протестировано и работает без интернета</a:t>
            </a:r>
          </a:p>
          <a:p>
            <a:r>
              <a:rPr lang="ru-RU" sz="2800" dirty="0"/>
              <a:t>Продукт готов к повседневному использованию</a:t>
            </a:r>
          </a:p>
        </p:txBody>
      </p:sp>
    </p:spTree>
    <p:extLst>
      <p:ext uri="{BB962C8B-B14F-4D97-AF65-F5344CB8AC3E}">
        <p14:creationId xmlns:p14="http://schemas.microsoft.com/office/powerpoint/2010/main" val="343871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F35A0-92CA-0686-AEF9-6D5F4DF90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802726899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13</TotalTime>
  <Words>218</Words>
  <Application>Microsoft Office PowerPoint</Application>
  <PresentationFormat>Широкоэкранный</PresentationFormat>
  <Paragraphs>42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Corbel</vt:lpstr>
      <vt:lpstr>Gill Sans MT</vt:lpstr>
      <vt:lpstr>Посылка</vt:lpstr>
      <vt:lpstr>Разработка мобильного приложения «ExpenseTracker»</vt:lpstr>
      <vt:lpstr>Зачем нужен еще один трекер?</vt:lpstr>
      <vt:lpstr>Паспорт проекта</vt:lpstr>
      <vt:lpstr>Особенности Приложения</vt:lpstr>
      <vt:lpstr>Технологический стек</vt:lpstr>
      <vt:lpstr>Визуализация и Аналитика</vt:lpstr>
      <vt:lpstr>Геймификация и План</vt:lpstr>
      <vt:lpstr>Итоги работы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Penis</dc:creator>
  <cp:lastModifiedBy>Penis</cp:lastModifiedBy>
  <cp:revision>2</cp:revision>
  <dcterms:created xsi:type="dcterms:W3CDTF">2026-04-01T19:31:08Z</dcterms:created>
  <dcterms:modified xsi:type="dcterms:W3CDTF">2026-04-01T19:44:17Z</dcterms:modified>
</cp:coreProperties>
</file>